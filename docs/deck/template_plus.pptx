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7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72" r:id="rId28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28" Type="http://schemas.openxmlformats.org/officeDocument/2006/relationships/slide" Target="slides/slide17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