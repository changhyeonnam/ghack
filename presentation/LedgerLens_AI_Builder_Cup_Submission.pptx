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B0B8BE"/>
              </a:solidFill>
            </c:spPr>
          </c:dPt>
          <c:dPt>
            <c:idx val="2"/>
            <c:spPr>
              <a:solidFill>
                <a:srgbClr val="E0A100"/>
              </a:solidFill>
            </c:spPr>
          </c:dPt>
          <c:cat>
            <c:strRef>
              <c:f>Sheet1!$A$2:$A$5</c:f>
              <c:strCache>
                <c:ptCount val="4"/>
                <c:pt idx="0">
                  <c:v>Manual review (45 min at USD 15/h)</c:v>
                </c:pt>
                <c:pt idx="1">
                  <c:v>LedgerLens, Gemini 3.1 Pro upgrade</c:v>
                </c:pt>
                <c:pt idx="2">
                  <c:v>LedgerLens, Gemini 3.8 Flash default</c:v>
                </c:pt>
                <c:pt idx="3">
                  <c:v>LedgerLens,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11.25</c:v>
                </c:pt>
                <c:pt idx="1">
                  <c:v>0.4</c:v>
                </c:pt>
                <c:pt idx="2">
                  <c:v>0.1</c:v>
                </c:pt>
                <c:pt idx="3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Unsourced numbers cannot enter the memo.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Read in 3 minutes.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45 →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minutes of reading per file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11 → 0.10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case, manual review vs LedgerLens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any memo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Unsourced numbers: 0, enforced by the output schema.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Free tier available; about USD 0.10 per case paid.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Cheap enough for small loans: about USD 0.10 per case on Flash, zero on a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5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3.1 Pro list price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2.00 / 12.00 per 1M tokens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Tokens per 20-document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60-90k input, 15-25k output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19 of 20 planted traps caught, zero unsourced numbers. A single prompt on the same documents caught none.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documents, one prompt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(baseline: 6)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4.5 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case, USD 0.00 on cached run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1031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1005840"/>
                <a:gridCol w="1188720"/>
              </a:tblGrid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Trap recall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19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Time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4023360"/>
            <a:ext cx="429768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81728" y="405993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850" b="0" i="0">
                <a:solidFill>
                  <a:srgbClr val="202124"/>
                </a:solidFill>
                <a:latin typeface="Arial"/>
              </a:rPr>
              <a:t>Run of 2026-10-14 in mock mode: full pipeline plus the deterministic Challenger battery, 3 synthetic businesses, 43 documents, answer key traps.json. Baseline is a stub in this mode; a live Gemini 3.8 Flash run replaces both before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to 4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YouTube public link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ledgerlens-&lt;hash&gt;.a.run.app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service, three demo cases preloaded, warm through evaluation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