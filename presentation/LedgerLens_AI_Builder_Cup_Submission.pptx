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changhyeonnam/ghack" TargetMode="External"/><Relationship Id="rId6" Type="http://schemas.openxmlformats.org/officeDocument/2006/relationships/hyperlink" Target="https://www.youtube.com/watch?v=MBwsG0QQAUM" TargetMode="External"/><Relationship Id="rId7" Type="http://schemas.openxmlformats.org/officeDocument/2006/relationships/hyperlink" Target="https://ledgerlens-api-629502893425.asia-southeast1.run.ap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PROBLEM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50" b="1" i="0">
                <a:solidFill>
                  <a:srgbClr val="0F3D4C"/>
                </a:solidFill>
                <a:latin typeface="Arial"/>
              </a:rPr>
              <a:t>Only 8.8% of Vietnam's SMEs have a bank loan. Cash-flow lending stalls: manual review costs too much, and basic AI cannot trace its numbers.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574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80" y="21305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A7F8E"/>
                </a:solidFill>
                <a:latin typeface="Arial"/>
              </a:rPr>
              <a:t>MEET LINH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235915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Shopee seller, Vietnam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2761488"/>
            <a:ext cx="242316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Needs VND 150M in working capital. Her sales are real.</a:t>
            </a:r>
          </a:p>
          <a:p>
            <a:pPr algn="l"/>
            <a:r>
              <a:rPr sz="1000" b="0" i="0">
                <a:solidFill>
                  <a:srgbClr val="202124"/>
                </a:solidFill>
                <a:latin typeface="Arial"/>
              </a:rPr>
              <a:t>She brings 14 documents: a bank statement PDF, monthly Shopee dashboard screenshots, supplier receipts, photos of the shop.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877056"/>
            <a:ext cx="2423160" cy="694944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521207" y="3895344"/>
            <a:ext cx="2240280" cy="65836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3D4C"/>
                </a:solidFill>
                <a:latin typeface="Arial"/>
              </a:rPr>
              <a:t>No credit file. No collateral.</a:t>
            </a:r>
          </a:p>
          <a:p>
            <a:pPr algn="l"/>
            <a:r>
              <a:rPr sz="950" b="0" i="0">
                <a:solidFill>
                  <a:srgbClr val="B3261E"/>
                </a:solidFill>
                <a:latin typeface="Arial"/>
              </a:rPr>
              <a:t>Today she is declined, or priced blindly.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26864"/>
            <a:ext cx="2468880" cy="1645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Synthetic demo case B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37560" y="2240280"/>
            <a:ext cx="27432" cy="2377440"/>
          </a:xfrm>
          <a:prstGeom prst="roundRect">
            <a:avLst>
              <a:gd name="adj" fmla="val 0"/>
            </a:avLst>
          </a:prstGeom>
          <a:solidFill>
            <a:srgbClr val="D5DBD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3200400" y="22174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30168" y="2057400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2093976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8.8%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2040" y="2093976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Vietnam's SMEs have a bank loan; large firms: 47.1%. Without a credit file or collateral, small firms are declined.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29215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630168" y="2761488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749040" y="2798064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2798064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Vietnamese firms cannot borrow without collateral, so banks are moving to cash-flow lending (VPBank, Vietcombank, Agribank).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00400" y="36255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30168" y="3465576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749040" y="3502152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~45 min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92040" y="3502152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to read and verify one file by hand. For a small loan, the reading costs more than the loan earns.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00400" y="43296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30168" y="4169663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778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749040" y="4206240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92040" y="4206240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memo numbers from a single Gemini prompt have no source page. The underwriter must find each one again. That prompt also caught only 15% of the planted risks.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Sources: 1 FiinGroup via Viet Nam News (Aug 2026) · 2 VCCI 2025 via VTV (May 2026) · 3 team estimate; ADB Asia SME Monitor 2025 · 4 our live benchmark, gemini-3.8-flash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SOLUTION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LedgerLens reads the records, shows its work and challenges its findings before a human signs.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420623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953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CUTS READING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3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Gemini reads every page. Each value has a document, page and bounding box. Python computes the cash flow. A memo with an unsourced number is rejected and regenerated.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548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14 documents, every figure sourced to a page and box, in about 2 minutes.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00837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22326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336956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0847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847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CHECKS AI 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956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 separate agent never sees the writer's prompt. It runs deterministic checks and 12 underwriting questions, then ranks objections with evidence.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3298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42442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Flags a reused receipt photo and VND 82.5M of own-account transfers counted as income.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595731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220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631850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741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5741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KEEPS ACCOUNTABILITY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1850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underwriter accepts or dismisses each objection and signs. Every agent call is logged; decisions set priorities for the next run.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8192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7336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Linh receives the decision and its conditions in Vietnamese.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Grounded only in the applicant's documents. </a:t>
            </a:r>
            <a:r>
              <a:rPr sz="1050" b="0" i="0">
                <a:solidFill>
                  <a:srgbClr val="5F6368"/>
                </a:solidFill>
                <a:latin typeface="Arial"/>
              </a:rPr>
              <a:t>Guardrails: output schema, deterministic checks, a second agent, a human signature.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EXPECTED IMPACT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What changes for each team.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420623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lender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623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623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minutes per file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3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USD ~11 → 0.28 per case. Small loans become worth underwriting.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0040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334670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small business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4670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4670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not collateral, decides the loan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670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Assessed using her existing records. A decline comes with reasons in her own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2648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627278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For risk and 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77% → 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278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of memo numbers with no page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7278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figure links to a page and box, so nothing needs manual re-checking. Planted risks caught: 90% vs 15%.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3794760"/>
            <a:ext cx="8595360" cy="502920"/>
          </a:xfrm>
          <a:prstGeom prst="roundRect">
            <a:avLst>
              <a:gd name="adj" fmla="val 8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1480" y="3813048"/>
            <a:ext cx="8321040" cy="46634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1" i="0">
                <a:solidFill>
                  <a:srgbClr val="E0A100"/>
                </a:solidFill>
                <a:latin typeface="Arial"/>
              </a:rPr>
              <a:t>USP   </a:t>
            </a:r>
            <a:r>
              <a:rPr sz="950" b="0" i="0">
                <a:solidFill>
                  <a:srgbClr val="FFFFFF"/>
                </a:solidFill>
                <a:latin typeface="Arial"/>
              </a:rPr>
              <a:t>Separate agents write and verify · code computes numbers, never generates them · every number links to its source line · decisions set check priorities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Back to the 8.8%: </a:t>
            </a:r>
            <a:r>
              <a:rPr sz="1100" b="0" i="0">
                <a:solidFill>
                  <a:srgbClr val="5F6368"/>
                </a:solidFill>
                <a:latin typeface="Arial"/>
              </a:rPr>
              <a:t>when reading a file costs cents and minutes instead of an hour, the loans banks decline today become worth making.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The manual baseline (45 min at USD 15/h) is a team estimate. A number is untraceable if it has no source document and page; correctness was not measured. Live gemini-3.8-flash on a small synthetic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is part of one pipeline that ends with a human decision.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Classified, with quality flags.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only catalog figures. Click to open the source line.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Tools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then sign. Audit log. Decisions guide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print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product in use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calculation: sum of 3 credits whose sender matches the account holder. All 3 sources: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switches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ADK on 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Agent Platform: Intake, 5 Extractors, Analyst, Challenger (investigator,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service: FastAPI, the ADK agents and the React workbench; scales to zero.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USD cap shared by all instances.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Grounding: only the applicant's documents; every value must carry source {doc_id, page, bbox}. No separate OCR: Gemini reads rendered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at the limit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screenshots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raw documents. Intake classifies them and flags quality issues.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 go into the audit log; accept/dismiss rates set check priorities.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benchmark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LedgerLens caught 90% of the planted risks on live Gemini output; a single prompt on the same documents caught 15%.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19456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0F3D4C"/>
                </a:solidFill>
                <a:latin typeface="Arial"/>
              </a:rPr>
              <a:t>90%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planted risks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small synthetic sample; indicative results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19456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B0B8BE"/>
                </a:solidFill>
                <a:latin typeface="Arial"/>
              </a:rPr>
              <a:t>15%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100%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of memo numbers link to a page (single prompt: 23%)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cold case,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79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731520"/>
                <a:gridCol w="1874519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Risks caught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90% (single prompt: 15%)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Traceable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(single prompt: 23%)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Measurement.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2026-10-15/16, on three synthetic businesses with team-planted risks. Strict scoring: each objection must include the risk's identifying amount or document, one objection per risk.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Traceable = a memo number linked to a document and page; correctness not measured. The sample is small, so every percentage is indicative. Missed: dashboard gross vs payout, COD vs cash deposits. Recommendation matched on C; A gave approve_with_conditions (expected approve), B request_more_documents (expected approve_with_conditions). *Clean born-digital synthetic PDFs; real scans less accurate.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decide. Every figure and decision is traceable. The prototype uses only watermarked synthetic data.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373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5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Start with the README: what LedgerLens does, the architecture, how to run it locally (no API key needed) and the benchmark. All demo data is synthetic.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(2 min 59 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53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6"/>
              </a:rPr>
              <a:t>youtube.com/watch?v=MBwsG0QQAUM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A three-minute walkthrough: the problem, how it works, one loan file from upload to signed decision, and the benchmark. English narration and subtitles.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Live app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169663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7"/>
              </a:rPr>
              <a:t>ledgerlens-api-629502893425</a:t>
            </a:r>
          </a:p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7"/>
              </a:rPr>
              <a:t>.asia-southeast1.run.app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No login; the three demo cases are ready. Open Reyes Auto Repair, press Run all remaining, then click any number in the memo. New uploads run live Gemini within a fixed budget.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All three links are public, and the app stays online through judging.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call, with version, model and prompt, in a trail regulators can review.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