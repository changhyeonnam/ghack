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PROBLEM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50" b="1" i="0">
                <a:solidFill>
                  <a:srgbClr val="0F3D4C"/>
                </a:solidFill>
                <a:latin typeface="Arial"/>
              </a:rPr>
              <a:t>Banks are ready to lend on cash flow, but reading the records by hand costs too much, and the numbers a plain AI writes cannot be traced back to a page.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574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80" y="21305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A7F8E"/>
                </a:solidFill>
                <a:latin typeface="Arial"/>
              </a:rPr>
              <a:t>MEET LINH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235915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Shopee seller, Vietnam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2761488"/>
            <a:ext cx="242316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Asks for VND 150M of working capital. Her sales are real.</a:t>
            </a:r>
          </a:p>
          <a:p>
            <a:pPr algn="l"/>
            <a:r>
              <a:rPr sz="1000" b="0" i="0">
                <a:solidFill>
                  <a:srgbClr val="202124"/>
                </a:solidFill>
                <a:latin typeface="Arial"/>
              </a:rPr>
              <a:t>She brings 14 documents: a bank statement PDF, monthly Shopee dashboard screenshots, supplier receipts, photos of the shop.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877056"/>
            <a:ext cx="2423160" cy="694944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521207" y="3895344"/>
            <a:ext cx="2240280" cy="65836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3D4C"/>
                </a:solidFill>
                <a:latin typeface="Arial"/>
              </a:rPr>
              <a:t>No credit file. No collateral.</a:t>
            </a:r>
          </a:p>
          <a:p>
            <a:pPr algn="l"/>
            <a:r>
              <a:rPr sz="950" b="0" i="0">
                <a:solidFill>
                  <a:srgbClr val="B3261E"/>
                </a:solidFill>
                <a:latin typeface="Arial"/>
              </a:rPr>
              <a:t>Today her file is declined, or priced blind.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26864"/>
            <a:ext cx="2468880" cy="1645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Synthetic demo case B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37560" y="2240280"/>
            <a:ext cx="27432" cy="2377440"/>
          </a:xfrm>
          <a:prstGeom prst="roundRect">
            <a:avLst>
              <a:gd name="adj" fmla="val 0"/>
            </a:avLst>
          </a:prstGeom>
          <a:solidFill>
            <a:srgbClr val="D5DBD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3200400" y="22174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30168" y="2057400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2093976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8.8%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2040" y="2093976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Vietnam's SMEs have a bank loan; large firms: 47.1%. Without a credit file or collateral, small firms are declined.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29215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630168" y="2761488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749040" y="2798064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2798064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Vietnamese firms cannot borrow without collateral, so banks are moving to cash-flow lending (VPBank, Vietcombank, Agribank).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00400" y="36255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30168" y="3465576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749040" y="3502152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~45 min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92040" y="3502152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to read and verify one file by hand. For a small loan, the reading costs more than the loan earns.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00400" y="43296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30168" y="4169663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778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749040" y="4206240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92040" y="4206240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the numbers in a memo written by a single Gemini prompt point to no page, so the underwriter has to find each one again. That prompt also caught only 15% of the planted risks.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Sources: 1 FiinGroup via Viet Nam News (Aug 2026) · 2 VCCI 2025 via VTV (May 2026) · 3 team estimate; ADB Asia SME Monitor 2025 · 4 our live benchmark, gemini-3.8-flash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SOLUTION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LedgerLens reads the shoebox, shows its work, and argues against itself before a human signs.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420623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953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ANSWERS: READING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3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Gemini reads every page. Each value carries document, page and bounding box. Python computes the cash flow. A memo with an unsourced number is rejected and regenerated.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548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14 documents, every figure sourced to a page and box, in about 2 minutes.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00837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22326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336956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0847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847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ANSWERS: AI TRUST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956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 separate agent that never sees the writer's prompt runs deterministic checks and 12 underwriting questions, then ranks objections with evidence.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3298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42442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Flags a reused receipt photo and VND 82.5M of own-account transfers counted as income.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595731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220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631850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741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5741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KEEPS: ACCOUNTABILITY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1850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underwriter accepts or dismisses each objection and signs. Every agent call is logged; decisions re-weight the next run.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8192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7336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Linh gets the decision and the conditions to meet, in Vietnamese.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Grounded only in the applicant's documents. </a:t>
            </a:r>
            <a:r>
              <a:rPr sz="1050" b="0" i="0">
                <a:solidFill>
                  <a:srgbClr val="5F6368"/>
                </a:solidFill>
                <a:latin typeface="Arial"/>
              </a:rPr>
              <a:t>Guardrails: output schema, deterministic checks, a second agent, a human signature.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EXPECTED IMPACT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What changes, and for whom.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420623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lender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623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623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minutes per file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3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USD ~11 → 0.28 per case. Small-ticket loans become worth underwriting.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0040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334670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small business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4670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4670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not collateral, decides the loan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670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Assessed on the records she already has. A no comes with reasons, in her own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2648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627278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For risk and 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77% → 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278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of memo numbers with no page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7278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figure points to a page and box, so nothing is re-checked by hand. Planted risks caught: 90% vs 15%.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3794760"/>
            <a:ext cx="8595360" cy="502920"/>
          </a:xfrm>
          <a:prstGeom prst="roundRect">
            <a:avLst>
              <a:gd name="adj" fmla="val 8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1480" y="3813048"/>
            <a:ext cx="8321040" cy="46634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1" i="0">
                <a:solidFill>
                  <a:srgbClr val="E0A100"/>
                </a:solidFill>
                <a:latin typeface="Arial"/>
              </a:rPr>
              <a:t>USP   </a:t>
            </a:r>
            <a:r>
              <a:rPr sz="950" b="0" i="0">
                <a:solidFill>
                  <a:srgbClr val="FFFFFF"/>
                </a:solidFill>
                <a:latin typeface="Arial"/>
              </a:rPr>
              <a:t>The writer and the verifier are separate agents · numbers are computed by code, never generated · every number clicks back to its source line · decisions re-weight the checks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Back to the 8.8%: </a:t>
            </a:r>
            <a:r>
              <a:rPr sz="1100" b="0" i="0">
                <a:solidFill>
                  <a:srgbClr val="5F6368"/>
                </a:solidFill>
                <a:latin typeface="Arial"/>
              </a:rPr>
              <a:t>when reading a file costs cents and minutes instead of an hour, the loans banks decline today become worth making.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Manual baseline (45 min at USD 15/h) is a team estimate. A number counts as untraceable when no document and page stand behind it; correctness was not measured. Live gemini-3.8-flash on a small synthetic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ADK on 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Agent Platform: Intake, 5 Extractors, Analyst, Challenger (investigator,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Grounding: only the applicant's documents; every value must carry source {doc_id, page, bbox}. No separate OCR: Gemini reads rendered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LedgerLens caught 90% of the planted risks on live Gemini output; a single prompt on the same documents caught 15%.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19456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0F3D4C"/>
                </a:solidFill>
                <a:latin typeface="Arial"/>
              </a:rPr>
              <a:t>90%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planted risks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small synthetic sample, read as indicative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19456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B0B8BE"/>
                </a:solidFill>
                <a:latin typeface="Arial"/>
              </a:rPr>
              <a:t>15%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100%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of memo numbers trace to a page (single prompt: 23%)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79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731520"/>
                <a:gridCol w="1874519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Risks caught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90% (single prompt: 15%)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Traceable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(single prompt: 23%)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2026-10-15/16, on three synthetic businesses with team-planted risks. Strict scoring: an objection counts only if it carries the risk's identifying amount or document, one objection per risk.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Traceable = a memo number with a document and page behind it; correctness not measured. The sample is small, so read every percentage as indicative. Missed: dashboard gross vs payout, COD vs cash deposits. Recommendation matched on C; A gave approve_with_conditions (expected approve), B request_more_documents (expected approve_with_conditions).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to 4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service; each browser gets its own copy of the three demo cases (Reset demo). Scales to zero; demo cases replay the recorded live Gemini run (only the customer letter calls Gemini live), so judging costs nothing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